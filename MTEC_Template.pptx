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5" name="Image 0" descr="C:\Users\Mauricio\Desktop\MTEC\brand_assets\Logo_MTE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237744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2194560"/>
            <a:ext cx="5029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3774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[TÍTULO DE LA PRESENTACIÓN]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1148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2B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[Subtítulo o descripción del documento]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6199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6CA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INNOVACIÓN Y TECNOLOGÍA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88552" y="6199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0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[Cliente]  ·  [Fecha]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2331720" y="31089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CA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9144000" cy="0"/>
          </a:xfrm>
          <a:prstGeom prst="line">
            <a:avLst/>
          </a:prstGeom>
          <a:noFill/>
          <a:ln w="12700">
            <a:solidFill>
              <a:srgbClr val="B2BE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508760"/>
            <a:ext cx="54864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1463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[Tema uno]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54864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377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[Tema dos]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3337560"/>
            <a:ext cx="54864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[Tema tres]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54864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4206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[Tema cuatro]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5166360"/>
            <a:ext cx="54864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5120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[Tema cinco]</a:t>
            </a:r>
            <a:endParaRPr lang="en-US" sz="1800" dirty="0"/>
          </a:p>
        </p:txBody>
      </p:sp>
      <p:pic>
        <p:nvPicPr>
          <p:cNvPr id="17" name="Image 0" descr="C:\Users\Mauricio\Desktop\MTEC\brand_assets\Logo_MTEC-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6080760"/>
            <a:ext cx="18288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[Título de la sección]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914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>
                    <a:alpha val="40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09167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[Contenido principal: texto, listas, datos técnicos, etc.]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Punto clave uno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Punto clave dos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Punto clave tres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355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360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INNOVACIÓN Y TECNOLOGÍA</a:t>
            </a:r>
            <a:endParaRPr lang="en-US" sz="800" dirty="0"/>
          </a:p>
        </p:txBody>
      </p:sp>
      <p:pic>
        <p:nvPicPr>
          <p:cNvPr id="10" name="Image 0" descr="C:\Users\Mauricio\Desktop\MTEC\brand_assets\Logo_MTEC-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6309360"/>
            <a:ext cx="17373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92424"/>
            <a:ext cx="121889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12188952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B6CA8">
                    <a:alpha val="15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B6CA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9445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[TÍTULO DE LA SECCIÓN]</a:t>
            </a:r>
            <a:endParaRPr lang="en-US" sz="5200" dirty="0"/>
          </a:p>
        </p:txBody>
      </p:sp>
      <p:pic>
        <p:nvPicPr>
          <p:cNvPr id="7" name="Image 0" descr="C:\Users\Mauricio\Desktop\MTEC\brand_assets\Logo_MTE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756" y="5852160"/>
            <a:ext cx="237744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3796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360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INNOVACIÓN Y TECNOLOGÍA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2026-06-24T10:15:17Z</dcterms:created>
  <dcterms:modified xsi:type="dcterms:W3CDTF">2026-06-24T10:15:17Z</dcterms:modified>
</cp:coreProperties>
</file>